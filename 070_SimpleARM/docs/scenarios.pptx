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EDB20-94A0-112F-8E64-9DA955D8B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7EF9C8-9B19-DF6A-D230-742F98301F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C2C06-7D44-3874-B416-80AB476C5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09F3F-EBE7-F83D-993A-D4BE39698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C57AC-0A1F-69BA-6915-160ADB572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4559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BB484-EEFF-D92F-DCF5-4D7D96049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5C044-8D00-5C41-9990-EFC2FC4DF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38264-F693-A1D6-A030-082E4A037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5F84A-9C71-7AE9-369E-ABEFC5BF5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23A60C-4C86-0AFF-3974-2494DADD0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6636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2B66C-1BE0-5FBE-FF52-12716F450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E1FF9-33D7-5008-B109-E696E3B89F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7FAD18-EF30-5BF4-F64D-9E6320340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08E4B-7D56-7192-5D88-A1BD79C09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EBACBB-45B3-D5E2-76B8-B37A9C496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220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72CC9-31A6-7430-88DD-DB7454E78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A147F-53E5-9A89-6F33-87E808E43F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413C61-C962-C740-8156-2031BE699C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592850-FBED-FD9A-65AC-CEA9E560C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44EEAC-5C7C-FBEC-00EB-D73CAEAAB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63C5A5-5553-FC21-8AE7-0D6EE474E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3398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F590C-BDAB-5C55-62A4-7DF93259E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B62C3-828F-FA1D-ECFD-FAA0A102E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35E67D-2EAD-66B5-3F42-1CC5EA7BDF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8B1532-785D-3CE7-2366-6D96CE96FA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1D7E72-C7B5-2E0D-2BDF-3268CF20D4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90C74E-3588-F4CE-18D6-E8D7AD888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3EEC86-6835-5FD1-0E0A-81CA00E2F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0C2E95-0D7D-CF81-2BE8-5579037B6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0400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BF3D3-3842-2860-E70F-9F2001DD8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E2539B-8E20-30BF-BC40-950E5DB35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E0366B-F291-50AC-5E50-13686F998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CB48F0-E26E-359F-F796-E1C6BAE0C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990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4B23C-ACBC-D60D-ECDD-18D3C9FC9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437FE2-4404-1F97-F54C-B59CE6481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CA746-BB5D-47B8-8F25-AB729B81B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6143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02254-3E74-A9E2-511D-93564E5C2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98C8-746A-5BEB-773D-23FAECA18B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A92755-1086-C8CB-E4B5-5754404CA4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66DEE4-817E-D55A-E28F-F2DA076B4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0B67AB-0129-D6F2-7195-42722D19E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03A9E5-D2EF-2ADE-F085-3A091FACD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2043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B68F5-070B-03C2-9D31-7253EA8A9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AF5526-2E05-4740-0D23-5902970453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C882-789B-C0B2-A08C-CA920A4D50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FFEED2-93A5-9211-E3A9-046C4BCD1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F10723-CD98-BF87-5494-96881639F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73CD0C-5600-5CCC-77E3-0908C8528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8619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D45A-94B1-9DAA-E127-1D7ED3200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1EEF93-E342-2484-AAE3-835AFDD10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8D4345-362D-F67F-C210-E22B0B8BE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E4341A-EC4B-54A3-C340-E71FD15B7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EAC8-41E3-B7CC-8D56-3F0421BEB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0722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AB62A0-F732-E639-8548-C387AA2F5D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486714-A9B3-4745-D009-581DEEE934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60778C-72E1-28D3-3F4B-9370AA568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E30D0-BB55-4C9C-972F-6DBF27EB2367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5B3A7-1D04-D186-1AAF-F031ED33B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07828-3145-B4E8-C18A-A3844713F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6238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F3F696-516B-35C8-6ECF-A3AE6224E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945D7-32E8-FB0F-EB28-87748D6EC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1AF1F9-799E-4949-91A3-FEDE9E36AD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6E30D0-BB55-4C9C-972F-6DBF27EB2367}" type="datetimeFigureOut">
              <a:rPr lang="en-IN" smtClean="0"/>
              <a:t>06-02-2026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23309-84C4-9F12-DC4C-793F7723D5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CE964-0C38-1FD7-8ABE-3AFF630614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8F80-E8CB-4AB8-830E-B3A49F94879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2329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9FA71-9672-E1AC-9227-ABB298341F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SimpleARM Scenarios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AC45E-0115-03E9-90D1-52266C106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0978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EE12CDD-0165-8C47-3A9C-233576FBA155}"/>
              </a:ext>
            </a:extLst>
          </p:cNvPr>
          <p:cNvSpPr/>
          <p:nvPr/>
        </p:nvSpPr>
        <p:spPr>
          <a:xfrm>
            <a:off x="1817915" y="1257299"/>
            <a:ext cx="8915400" cy="500742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D30536B-F4FB-B5D9-8C8F-4462A9BE5F6B}"/>
              </a:ext>
            </a:extLst>
          </p:cNvPr>
          <p:cNvSpPr/>
          <p:nvPr/>
        </p:nvSpPr>
        <p:spPr>
          <a:xfrm>
            <a:off x="6275615" y="2910180"/>
            <a:ext cx="1774372" cy="1556657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D649A8B7-DDE1-955D-3139-74C5B791C7C9}"/>
              </a:ext>
            </a:extLst>
          </p:cNvPr>
          <p:cNvSpPr/>
          <p:nvPr/>
        </p:nvSpPr>
        <p:spPr>
          <a:xfrm>
            <a:off x="9416143" y="2982686"/>
            <a:ext cx="794657" cy="1556657"/>
          </a:xfrm>
          <a:prstGeom prst="can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3AB567-DBE8-F804-BDA0-E4987094F585}"/>
              </a:ext>
            </a:extLst>
          </p:cNvPr>
          <p:cNvGrpSpPr/>
          <p:nvPr/>
        </p:nvGrpSpPr>
        <p:grpSpPr>
          <a:xfrm>
            <a:off x="7136950" y="3418371"/>
            <a:ext cx="254449" cy="685285"/>
            <a:chOff x="5602065" y="2536886"/>
            <a:chExt cx="242294" cy="739714"/>
          </a:xfrm>
        </p:grpSpPr>
        <p:sp>
          <p:nvSpPr>
            <p:cNvPr id="6" name="Moon 5">
              <a:extLst>
                <a:ext uri="{FF2B5EF4-FFF2-40B4-BE49-F238E27FC236}">
                  <a16:creationId xmlns:a16="http://schemas.microsoft.com/office/drawing/2014/main" id="{CF1439FA-19BB-F4A8-9F17-8B4E74DDF763}"/>
                </a:ext>
              </a:extLst>
            </p:cNvPr>
            <p:cNvSpPr/>
            <p:nvPr/>
          </p:nvSpPr>
          <p:spPr>
            <a:xfrm rot="13433491">
              <a:off x="5602065" y="2536886"/>
              <a:ext cx="242294" cy="583188"/>
            </a:xfrm>
            <a:prstGeom prst="moo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F20333-A239-EED7-1FD6-117289994E70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>
              <a:off x="5810517" y="2912471"/>
              <a:ext cx="0" cy="3641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02C2FEF-AB08-1E5B-1E03-0991A808CFDF}"/>
              </a:ext>
            </a:extLst>
          </p:cNvPr>
          <p:cNvCxnSpPr/>
          <p:nvPr/>
        </p:nvCxnSpPr>
        <p:spPr>
          <a:xfrm>
            <a:off x="5385004" y="3429000"/>
            <a:ext cx="1600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686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39943-5EAB-C0F9-6CA9-36F2DD3F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IN" dirty="0"/>
            </a:br>
            <a:r>
              <a:rPr lang="en-IN" dirty="0"/>
              <a:t>STATE-SPACE: What should be evaluation criteria (Friday, 06 February 2026)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E5800-C795-DDC9-A0A3-A7B8878C6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Let solution be aircraft altitude </a:t>
            </a:r>
            <a:r>
              <a:rPr lang="en-IN" dirty="0" err="1"/>
              <a:t>a.y</a:t>
            </a:r>
            <a:endParaRPr lang="en-IN" dirty="0"/>
          </a:p>
          <a:p>
            <a:r>
              <a:rPr lang="en-IN" dirty="0"/>
              <a:t>Given a scenario consisting of n systems</a:t>
            </a:r>
          </a:p>
          <a:p>
            <a:pPr lvl="1"/>
            <a:r>
              <a:rPr lang="en-IN" dirty="0"/>
              <a:t>say radar r</a:t>
            </a:r>
          </a:p>
          <a:p>
            <a:pPr lvl="2"/>
            <a:r>
              <a:rPr lang="en-IN" dirty="0"/>
              <a:t>and their attribute (origin x, y  and visibility-range </a:t>
            </a:r>
            <a:r>
              <a:rPr lang="en-IN" dirty="0" err="1"/>
              <a:t>vr</a:t>
            </a:r>
            <a:r>
              <a:rPr lang="en-IN" dirty="0"/>
              <a:t>)</a:t>
            </a:r>
          </a:p>
          <a:p>
            <a:pPr lvl="1"/>
            <a:r>
              <a:rPr lang="en-IN" dirty="0"/>
              <a:t>We have to find solution for aircraft’s  height </a:t>
            </a:r>
            <a:r>
              <a:rPr lang="en-IN" dirty="0" err="1"/>
              <a:t>a.y</a:t>
            </a:r>
            <a:r>
              <a:rPr lang="en-IN" dirty="0"/>
              <a:t>  so that  its detection by radar is minimal</a:t>
            </a:r>
          </a:p>
          <a:p>
            <a:pPr lvl="1"/>
            <a:r>
              <a:rPr lang="en-IN" dirty="0"/>
              <a:t>optimal_y = (</a:t>
            </a:r>
            <a:r>
              <a:rPr lang="en-IN" dirty="0" err="1"/>
              <a:t>a.y</a:t>
            </a:r>
            <a:r>
              <a:rPr lang="en-IN" dirty="0"/>
              <a:t> | min(detections(</a:t>
            </a:r>
            <a:r>
              <a:rPr lang="en-IN" dirty="0" err="1"/>
              <a:t>a.x</a:t>
            </a:r>
            <a:r>
              <a:rPr lang="en-IN" dirty="0"/>
              <a:t> = begin to end, radar,  </a:t>
            </a:r>
            <a:r>
              <a:rPr lang="en-IN" dirty="0" err="1"/>
              <a:t>a.y</a:t>
            </a:r>
            <a:r>
              <a:rPr lang="en-IN" dirty="0"/>
              <a:t>)))</a:t>
            </a:r>
          </a:p>
          <a:p>
            <a:pPr lvl="1"/>
            <a:r>
              <a:rPr lang="en-IN" dirty="0"/>
              <a:t>evaluate solution(</a:t>
            </a:r>
            <a:r>
              <a:rPr lang="en-IN" dirty="0" err="1"/>
              <a:t>a.y</a:t>
            </a:r>
            <a:r>
              <a:rPr lang="en-IN" dirty="0"/>
              <a:t>)</a:t>
            </a:r>
          </a:p>
          <a:p>
            <a:pPr lvl="2"/>
            <a:r>
              <a:rPr lang="en-IN" dirty="0"/>
              <a:t>for attribute_value = attribute_min to attribute_max in attribute_step</a:t>
            </a:r>
          </a:p>
          <a:p>
            <a:pPr lvl="3"/>
            <a:r>
              <a:rPr lang="en-IN" dirty="0"/>
              <a:t>attribute_error  = randomly pick a value from (attribute-error-band)</a:t>
            </a:r>
          </a:p>
          <a:p>
            <a:pPr lvl="3"/>
            <a:r>
              <a:rPr lang="en-IN" dirty="0"/>
              <a:t>attribute_value = attribute_value +/-  error</a:t>
            </a:r>
          </a:p>
          <a:p>
            <a:pPr lvl="2"/>
            <a:r>
              <a:rPr lang="en-IN" dirty="0"/>
              <a:t>if n-trials are conducted by choosing each attribute, what will be fitness-metric</a:t>
            </a:r>
          </a:p>
          <a:p>
            <a:pPr lvl="2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9506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41424-3B43-57F8-FF80-54EA9C731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Friday, 06 February 2026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B312A-A3F4-16F2-B4C4-C6213C642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IN" dirty="0"/>
              <a:t>Let the system consist of  D  orthogonal dimensions d1, d2… </a:t>
            </a:r>
            <a:r>
              <a:rPr lang="en-IN" dirty="0" err="1"/>
              <a:t>dD</a:t>
            </a:r>
            <a:endParaRPr lang="en-IN" dirty="0"/>
          </a:p>
          <a:p>
            <a:pPr lvl="2"/>
            <a:r>
              <a:rPr lang="en-IN" dirty="0"/>
              <a:t>Again we decide we need  s1, s2,  ……. </a:t>
            </a:r>
            <a:r>
              <a:rPr lang="en-IN" dirty="0" err="1"/>
              <a:t>sD</a:t>
            </a:r>
            <a:r>
              <a:rPr lang="en-IN" dirty="0"/>
              <a:t>  samples from each dimension</a:t>
            </a:r>
          </a:p>
          <a:p>
            <a:pPr lvl="2"/>
            <a:r>
              <a:rPr lang="en-IN" dirty="0"/>
              <a:t>dx++ (iterator over dimension) may be deterministic (with a step size) or random with given  distribution</a:t>
            </a:r>
          </a:p>
          <a:p>
            <a:pPr lvl="2"/>
            <a:r>
              <a:rPr lang="en-IN" dirty="0"/>
              <a:t>Sample Space construction would be</a:t>
            </a:r>
          </a:p>
          <a:p>
            <a:pPr lvl="3"/>
            <a:r>
              <a:rPr lang="en-IN" dirty="0"/>
              <a:t>for(s1 count in d1)</a:t>
            </a:r>
          </a:p>
          <a:p>
            <a:pPr marL="1371600" lvl="3" indent="0">
              <a:buNone/>
            </a:pPr>
            <a:r>
              <a:rPr lang="en-IN" dirty="0"/>
              <a:t>     {   s1_sampe = d1++;</a:t>
            </a:r>
          </a:p>
          <a:p>
            <a:pPr marL="1371600" lvl="3" indent="0">
              <a:buNone/>
            </a:pPr>
            <a:r>
              <a:rPr lang="en-IN" dirty="0"/>
              <a:t>             for (s2 count in d2) s2_sample = d2++;</a:t>
            </a:r>
          </a:p>
          <a:p>
            <a:pPr marL="1371600" lvl="3" indent="0">
              <a:buNone/>
            </a:pPr>
            <a:r>
              <a:rPr lang="en-IN" dirty="0"/>
              <a:t>                    ……</a:t>
            </a:r>
          </a:p>
          <a:p>
            <a:pPr marL="1371600" lvl="3" indent="0">
              <a:buNone/>
            </a:pPr>
            <a:r>
              <a:rPr lang="en-IN" dirty="0"/>
              <a:t>                        fitness = f (s1_sample, s2_sample, …….sn_sample)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2378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260</Words>
  <Application>Microsoft Office PowerPoint</Application>
  <PresentationFormat>Widescreen</PresentationFormat>
  <Paragraphs>23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SimpleARM Scenarios</vt:lpstr>
      <vt:lpstr>PowerPoint Presentation</vt:lpstr>
      <vt:lpstr> STATE-SPACE: What should be evaluation criteria (Friday, 06 February 2026) </vt:lpstr>
      <vt:lpstr>Friday, 06 February 2026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Ravindra Joshi</dc:creator>
  <cp:lastModifiedBy>Ravindra Joshi</cp:lastModifiedBy>
  <cp:revision>5</cp:revision>
  <dcterms:created xsi:type="dcterms:W3CDTF">2025-12-17T05:34:48Z</dcterms:created>
  <dcterms:modified xsi:type="dcterms:W3CDTF">2026-02-06T17:14:02Z</dcterms:modified>
</cp:coreProperties>
</file>