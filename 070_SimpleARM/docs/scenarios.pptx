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EDB20-94A0-112F-8E64-9DA955D8B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EF9C8-9B19-DF6A-D230-742F98301F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C2C06-7D44-3874-B416-80AB476C5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09F3F-EBE7-F83D-993A-D4BE3969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C57AC-0A1F-69BA-6915-160ADB572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559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BB484-EEFF-D92F-DCF5-4D7D9604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5C044-8D00-5C41-9990-EFC2FC4DF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38264-F693-A1D6-A030-082E4A03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5F84A-9C71-7AE9-369E-ABEFC5BF5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3A60C-4C86-0AFF-3974-2494DADD0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63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2B66C-1BE0-5FBE-FF52-12716F450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E1FF9-33D7-5008-B109-E696E3B89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FAD18-EF30-5BF4-F64D-9E632034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08E4B-7D56-7192-5D88-A1BD79C0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ACBB-45B3-D5E2-76B8-B37A9C49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20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2CC9-31A6-7430-88DD-DB7454E78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A147F-53E5-9A89-6F33-87E808E43F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13C61-C962-C740-8156-2031BE699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92850-FBED-FD9A-65AC-CEA9E560C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EEAC-5C7C-FBEC-00EB-D73CAEAAB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3C5A5-5553-FC21-8AE7-0D6EE474E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339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F590C-BDAB-5C55-62A4-7DF93259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B62C3-828F-FA1D-ECFD-FAA0A102E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5E67D-2EAD-66B5-3F42-1CC5EA7BD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B1532-785D-3CE7-2366-6D96CE96F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1D7E72-C7B5-2E0D-2BDF-3268CF20D4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90C74E-3588-F4CE-18D6-E8D7AD888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3EEC86-6835-5FD1-0E0A-81CA00E2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0C2E95-0D7D-CF81-2BE8-5579037B6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400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F3D3-3842-2860-E70F-9F2001DD8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2539B-8E20-30BF-BC40-950E5DB35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0366B-F291-50AC-5E50-13686F998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CB48F0-E26E-359F-F796-E1C6BAE0C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908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4B23C-ACBC-D60D-ECDD-18D3C9FC9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437FE2-4404-1F97-F54C-B59CE6481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CA746-BB5D-47B8-8F25-AB729B81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14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02254-3E74-A9E2-511D-93564E5C2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298C8-746A-5BEB-773D-23FAECA18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92755-1086-C8CB-E4B5-5754404CA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6DEE4-817E-D55A-E28F-F2DA076B4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B67AB-0129-D6F2-7195-42722D19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3A9E5-D2EF-2ADE-F085-3A091FAC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043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68F5-070B-03C2-9D31-7253EA8A9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AF5526-2E05-4740-0D23-590297045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5C882-789B-C0B2-A08C-CA920A4D5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FEED2-93A5-9211-E3A9-046C4BCD1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F10723-CD98-BF87-5494-96881639F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3CD0C-5600-5CCC-77E3-0908C8528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619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5D45A-94B1-9DAA-E127-1D7ED3200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1EEF93-E342-2484-AAE3-835AFDD10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D4345-362D-F67F-C210-E22B0B8BE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4341A-EC4B-54A3-C340-E71FD15B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5EAC8-41E3-B7CC-8D56-3F0421BE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7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AB62A0-F732-E639-8548-C387AA2F5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86714-A9B3-4745-D009-581DEEE93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0778C-72E1-28D3-3F4B-9370AA568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5B3A7-1D04-D186-1AAF-F031ED33B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07828-3145-B4E8-C18A-A3844713F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23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F3F696-516B-35C8-6ECF-A3AE6224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945D7-32E8-FB0F-EB28-87748D6EC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1AF1F9-799E-4949-91A3-FEDE9E36AD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E30D0-BB55-4C9C-972F-6DBF27EB2367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23309-84C4-9F12-DC4C-793F7723D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CE964-0C38-1FD7-8ABE-3AFF63061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88F80-E8CB-4AB8-830E-B3A49F9487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32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9FA71-9672-E1AC-9227-ABB298341F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SimpleARM Scenarios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AC45E-0115-03E9-90D1-52266C106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978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8D30536B-F4FB-B5D9-8C8F-4462A9BE5F6B}"/>
              </a:ext>
            </a:extLst>
          </p:cNvPr>
          <p:cNvSpPr/>
          <p:nvPr/>
        </p:nvSpPr>
        <p:spPr>
          <a:xfrm>
            <a:off x="6433457" y="2982686"/>
            <a:ext cx="1774372" cy="15566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E12CDD-0165-8C47-3A9C-233576FBA155}"/>
              </a:ext>
            </a:extLst>
          </p:cNvPr>
          <p:cNvSpPr/>
          <p:nvPr/>
        </p:nvSpPr>
        <p:spPr>
          <a:xfrm>
            <a:off x="2939143" y="1298932"/>
            <a:ext cx="7794171" cy="500742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D649A8B7-DDE1-955D-3139-74C5B791C7C9}"/>
              </a:ext>
            </a:extLst>
          </p:cNvPr>
          <p:cNvSpPr/>
          <p:nvPr/>
        </p:nvSpPr>
        <p:spPr>
          <a:xfrm>
            <a:off x="9416143" y="2982686"/>
            <a:ext cx="794657" cy="1556657"/>
          </a:xfrm>
          <a:prstGeom prst="can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3AB567-DBE8-F804-BDA0-E4987094F585}"/>
              </a:ext>
            </a:extLst>
          </p:cNvPr>
          <p:cNvGrpSpPr/>
          <p:nvPr/>
        </p:nvGrpSpPr>
        <p:grpSpPr>
          <a:xfrm>
            <a:off x="7136950" y="3418371"/>
            <a:ext cx="254449" cy="685285"/>
            <a:chOff x="5602065" y="2536886"/>
            <a:chExt cx="242294" cy="739714"/>
          </a:xfrm>
        </p:grpSpPr>
        <p:sp>
          <p:nvSpPr>
            <p:cNvPr id="6" name="Moon 5">
              <a:extLst>
                <a:ext uri="{FF2B5EF4-FFF2-40B4-BE49-F238E27FC236}">
                  <a16:creationId xmlns:a16="http://schemas.microsoft.com/office/drawing/2014/main" id="{CF1439FA-19BB-F4A8-9F17-8B4E74DDF763}"/>
                </a:ext>
              </a:extLst>
            </p:cNvPr>
            <p:cNvSpPr/>
            <p:nvPr/>
          </p:nvSpPr>
          <p:spPr>
            <a:xfrm rot="13433491">
              <a:off x="5602065" y="2536886"/>
              <a:ext cx="242294" cy="583188"/>
            </a:xfrm>
            <a:prstGeom prst="mo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1F20333-A239-EED7-1FD6-117289994E70}"/>
                </a:ext>
              </a:extLst>
            </p:cNvPr>
            <p:cNvCxnSpPr>
              <a:cxnSpLocks/>
              <a:stCxn id="6" idx="1"/>
            </p:cNvCxnSpPr>
            <p:nvPr/>
          </p:nvCxnSpPr>
          <p:spPr>
            <a:xfrm>
              <a:off x="5810517" y="2912471"/>
              <a:ext cx="0" cy="36412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56686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SimpleARM Scenarios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Ravindra Joshi</dc:creator>
  <cp:lastModifiedBy>Ravindra Joshi</cp:lastModifiedBy>
  <cp:revision>1</cp:revision>
  <dcterms:created xsi:type="dcterms:W3CDTF">2025-12-17T05:34:48Z</dcterms:created>
  <dcterms:modified xsi:type="dcterms:W3CDTF">2025-12-17T05:46:07Z</dcterms:modified>
</cp:coreProperties>
</file>